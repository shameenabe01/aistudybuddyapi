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5" d="100"/>
          <a:sy n="45" d="100"/>
        </p:scale>
        <p:origin x="-1680" y="-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0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502920"/>
            <a:ext cx="502920" cy="502920"/>
          </a:xfrm>
          <a:prstGeom prst="ellipse">
            <a:avLst/>
          </a:prstGeom>
          <a:solidFill>
            <a:srgbClr val="37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6080760"/>
            <a:ext cx="365760" cy="365760"/>
          </a:xfrm>
          <a:prstGeom prst="ellipse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5989320"/>
            <a:ext cx="411480" cy="411480"/>
          </a:xfrm>
          <a:prstGeom prst="ellipse">
            <a:avLst/>
          </a:prstGeom>
          <a:solidFill>
            <a:srgbClr val="37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8356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100" b="1">
                <a:solidFill>
                  <a:srgbClr val="142A50"/>
                </a:solidFill>
              </a:defRPr>
            </a:pPr>
            <a:r>
              <a:t>BHARATHIYAR ARTS AND SCIENCE COLLEGE FOR WOMEN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2556" y="1225296"/>
            <a:ext cx="5722144" cy="3539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704CB4"/>
                </a:solidFill>
              </a:defRPr>
            </a:pPr>
            <a:r>
              <a:rPr dirty="0"/>
              <a:t>DEPARTMENT </a:t>
            </a:r>
            <a:r>
              <a:rPr dirty="0" smtClean="0"/>
              <a:t>OF</a:t>
            </a:r>
            <a:r>
              <a:rPr lang="en-US" dirty="0" smtClean="0"/>
              <a:t> COMPUTER SCIENCE WITH </a:t>
            </a:r>
            <a:r>
              <a:rPr dirty="0" smtClean="0"/>
              <a:t> </a:t>
            </a:r>
            <a:r>
              <a:rPr dirty="0"/>
              <a:t>CYBER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874519"/>
            <a:ext cx="9738360" cy="1325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B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2075688"/>
            <a:ext cx="9189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400" b="1">
                <a:solidFill>
                  <a:srgbClr val="142A50"/>
                </a:solidFill>
              </a:defRPr>
            </a:pPr>
            <a:r>
              <a:t>AI STUDYBUDDY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70048"/>
            <a:ext cx="8458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0">
                <a:solidFill>
                  <a:srgbClr val="2D78BE"/>
                </a:solidFill>
              </a:defRPr>
            </a:pPr>
            <a:r>
              <a:t>AI Assistant for Smarter Learning and Study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493008"/>
            <a:ext cx="5715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PROJECT DEVELOPMENT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401568"/>
            <a:ext cx="5897880" cy="566928"/>
          </a:xfrm>
          <a:prstGeom prst="roundRect">
            <a:avLst/>
          </a:prstGeom>
          <a:solidFill>
            <a:srgbClr val="14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493008"/>
            <a:ext cx="5715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PROJECT DEVELOPMENT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4160520"/>
            <a:ext cx="7909560" cy="749808"/>
          </a:xfrm>
          <a:prstGeom prst="roundRect">
            <a:avLst/>
          </a:prstGeom>
          <a:solidFill>
            <a:srgbClr val="FFF7E8"/>
          </a:solidFill>
          <a:ln w="31750">
            <a:solidFill>
              <a:srgbClr val="E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23160" y="4279392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EE9137"/>
                </a:solidFill>
              </a:defRPr>
            </a:pPr>
            <a:r>
              <a:t>TEAM LEADER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197096"/>
            <a:ext cx="3303918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>
                <a:solidFill>
                  <a:srgbClr val="142A50"/>
                </a:solidFill>
              </a:defRPr>
            </a:pPr>
            <a:r>
              <a:rPr lang="en-US" dirty="0" smtClean="0"/>
              <a:t>:       </a:t>
            </a:r>
            <a:r>
              <a:rPr dirty="0" smtClean="0"/>
              <a:t>O.SHAMEENA </a:t>
            </a:r>
            <a:r>
              <a:rPr dirty="0"/>
              <a:t>BEGUM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5102352"/>
            <a:ext cx="900684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1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74519" y="5230368"/>
            <a:ext cx="18288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41A069"/>
                </a:solidFill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66360"/>
            <a:ext cx="4981748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rPr lang="en-US" dirty="0" smtClean="0"/>
              <a:t>:            </a:t>
            </a:r>
            <a:r>
              <a:rPr dirty="0" smtClean="0"/>
              <a:t>M.SATHYA   </a:t>
            </a:r>
            <a:r>
              <a:rPr dirty="0"/>
              <a:t>•   S.SHAREENA   •   A.SAVITHA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6016752"/>
            <a:ext cx="5623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646E7D"/>
                </a:solidFill>
              </a:defRPr>
            </a:pPr>
            <a:r>
              <a:t>AI • SECURITY • SMART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1. 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Why AI StudyBuddy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C"/>
                </a:solidFill>
              </a:defRPr>
            </a:pPr>
            <a:r>
              <a:t>• AI-powered learning platform designed to simplify the study process.</a:t>
            </a:r>
          </a:p>
          <a:p>
            <a:pPr>
              <a:spcAft>
                <a:spcPts val="900"/>
              </a:spcAft>
              <a:defRPr sz="1800">
                <a:solidFill>
                  <a:srgbClr val="232D3C"/>
                </a:solidFill>
              </a:defRPr>
            </a:pPr>
            <a:r>
              <a:t>• Students can upload study materials and generate summaries, flashcards, quizzes and personalized study plans.</a:t>
            </a:r>
          </a:p>
          <a:p>
            <a:pPr>
              <a:spcAft>
                <a:spcPts val="900"/>
              </a:spcAft>
              <a:defRPr sz="1800">
                <a:solidFill>
                  <a:srgbClr val="232D3C"/>
                </a:solidFill>
              </a:defRPr>
            </a:pPr>
            <a:r>
              <a:t>• Traditional preparation is repetitive and time-consuming, especially when materials are scattered across multiple sources.</a:t>
            </a:r>
          </a:p>
          <a:p>
            <a:pPr>
              <a:spcAft>
                <a:spcPts val="900"/>
              </a:spcAft>
              <a:defRPr sz="1800">
                <a:solidFill>
                  <a:srgbClr val="232D3C"/>
                </a:solidFill>
              </a:defRPr>
            </a:pPr>
            <a:r>
              <a:t>• Centralized learning resources reduce switching between separate applications and support faster revision.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50876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SCATTERED MATERIALS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50876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MANUAL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78892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NO PERSONALIZED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278892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DIFFICULT SELF-TESTING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4251960"/>
            <a:ext cx="2606040" cy="914400"/>
          </a:xfrm>
          <a:prstGeom prst="roundRect">
            <a:avLst/>
          </a:prstGeom>
          <a:solidFill>
            <a:srgbClr val="182D55"/>
          </a:solidFill>
          <a:ln w="19050">
            <a:solidFill>
              <a:srgbClr val="18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AI STUDYBUDDY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6679" y="2468880"/>
            <a:ext cx="1005841" cy="1783080"/>
          </a:xfrm>
          <a:prstGeom prst="line">
            <a:avLst/>
          </a:prstGeom>
          <a:ln w="25400">
            <a:solidFill>
              <a:srgbClr val="EB8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326880" y="2468880"/>
            <a:ext cx="1005840" cy="1783080"/>
          </a:xfrm>
          <a:prstGeom prst="line">
            <a:avLst/>
          </a:prstGeom>
          <a:ln w="25400">
            <a:solidFill>
              <a:srgbClr val="694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26679" y="3749039"/>
            <a:ext cx="685801" cy="502921"/>
          </a:xfrm>
          <a:prstGeom prst="line">
            <a:avLst/>
          </a:prstGeom>
          <a:ln w="25400">
            <a:solidFill>
              <a:srgbClr val="3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646920" y="3749039"/>
            <a:ext cx="685800" cy="502921"/>
          </a:xfrm>
          <a:prstGeom prst="line">
            <a:avLst/>
          </a:prstGeom>
          <a:ln w="25400">
            <a:solidFill>
              <a:srgbClr val="3C9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2.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Modular RESTful backend with AI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</a:defRPr>
            </a:pPr>
            <a:r>
              <a:t>React.js</a:t>
            </a:r>
            <a:br/>
            <a:r>
              <a:t>Client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331720"/>
            <a:ext cx="1828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</a:defRPr>
            </a:pPr>
            <a:r>
              <a:t>Express.js</a:t>
            </a:r>
            <a:br/>
            <a:r>
              <a:t>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331720"/>
            <a:ext cx="1828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</a:defRPr>
            </a:pPr>
            <a:r>
              <a:t>JWT Auth</a:t>
            </a:r>
            <a:br/>
            <a:r>
              <a:t>Middleware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33172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</a:defRPr>
            </a:pPr>
            <a:r>
              <a:t>Controller /</a:t>
            </a:r>
            <a:br/>
            <a:r>
              <a:t>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1600200"/>
            <a:ext cx="1828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AI Service</a:t>
            </a:r>
            <a:br/>
            <a:r>
              <a:t>Google Gemini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3154680"/>
            <a:ext cx="1828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MongoDB +</a:t>
            </a:r>
            <a:br/>
            <a:r>
              <a:t>Mongoose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816352"/>
            <a:ext cx="50292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54880" y="2816352"/>
            <a:ext cx="50292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281635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464040" y="2103120"/>
            <a:ext cx="457200" cy="502920"/>
          </a:xfrm>
          <a:prstGeom prst="line">
            <a:avLst/>
          </a:prstGeom>
          <a:ln w="25400">
            <a:solidFill>
              <a:srgbClr val="694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64040" y="3063240"/>
            <a:ext cx="457200" cy="548640"/>
          </a:xfrm>
          <a:prstGeom prst="line">
            <a:avLst/>
          </a:prstGeom>
          <a:ln w="25400">
            <a:solidFill>
              <a:srgbClr val="2A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26280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Separation of authentication, business logic, AI services and database operations improves maintainability.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JWT protects private routes; MongoDB stores users, materials and generated resources.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Gemini API dynamically generates educational content from user-provided study material.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3. User Flow &amp; AI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From study material to personalized learning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1. Register /</a:t>
            </a:r>
            <a:br/>
            <a:r>
              <a:t>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2. JWT</a:t>
            </a:r>
            <a:br/>
            <a:r>
              <a:t>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3. Upload</a:t>
            </a:r>
            <a:br/>
            <a:r>
              <a:t>Material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4. Select AI</a:t>
            </a:r>
            <a:br/>
            <a: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5. Gemini AI</a:t>
            </a:r>
            <a:br/>
            <a:r>
              <a:t>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6. Save &amp;</a:t>
            </a:r>
            <a:br/>
            <a:r>
              <a:t>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9788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2980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0" y="40690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SUMMARY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0690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FLASHCARDS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0690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QUIZ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40690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STUDY PLAN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566160" y="2926080"/>
            <a:ext cx="5532120" cy="114300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577840" y="2926080"/>
            <a:ext cx="3520440" cy="114300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589520" y="2926080"/>
            <a:ext cx="1508760" cy="114300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98280" y="2926080"/>
            <a:ext cx="502920" cy="114300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Generated resources are displayed to the student and can be stored for future reference.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4. Technical Architecture &amp; MVC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How the backend is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00400" cy="594360"/>
          </a:xfrm>
          <a:prstGeom prst="roundRect">
            <a:avLst/>
          </a:prstGeom>
          <a:solidFill>
            <a:schemeClr val="bg2"/>
          </a:solidFill>
          <a:ln w="19050">
            <a:solidFill>
              <a:srgbClr val="18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t>MODEL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Mongoose schemas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MongoDB collections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Data validation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Database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200400" cy="594360"/>
          </a:xfrm>
          <a:prstGeom prst="roundRect">
            <a:avLst/>
          </a:prstGeom>
          <a:solidFill>
            <a:srgbClr val="694BAA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t>CONTROLLER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3172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Request processing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Input validation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Authorization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Calls AI service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Returns API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00200"/>
            <a:ext cx="3200400" cy="594360"/>
          </a:xfrm>
          <a:prstGeom prst="roundRect">
            <a:avLst/>
          </a:prstGeom>
          <a:solidFill>
            <a:srgbClr val="3C9B64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t>VIEW / API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317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REST API endpoints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Structured JSON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React frontend communication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3566160"/>
            <a:ext cx="54864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80960" y="3566160"/>
            <a:ext cx="54864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74519" y="4892040"/>
            <a:ext cx="8458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Routes → Middleware → Controllers → Models / AI Service → JSON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5. Database, Security &amp; API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Core technical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594360"/>
          </a:xfrm>
          <a:prstGeom prst="roundRect">
            <a:avLst/>
          </a:prstGeom>
          <a:solidFill>
            <a:srgbClr val="2A6FB4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MONGODB + MONGOOSE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Users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Study Materials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Summaries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Flashcards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Quizzes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Study 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594360"/>
          </a:xfrm>
          <a:prstGeom prst="roundRect">
            <a:avLst/>
          </a:prstGeom>
          <a:solidFill>
            <a:srgbClr val="EB8C37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JWT authentication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RBAC for Student/Admin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bcrypt password protection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Protected API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383280" cy="594360"/>
          </a:xfrm>
          <a:prstGeom prst="roundRect">
            <a:avLst/>
          </a:prstGeom>
          <a:solidFill>
            <a:srgbClr val="694BAA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REST API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4884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/api/auth/register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/api/auth/login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/api/material/upload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/api/ai/flashcards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/api/ai/quiz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/api/ai/study-plan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6. Key Features, Outcome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Impact of the AI-powered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SECURE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UPLOAD MATERIAL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AI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LEARN &amp; REVISE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SAVE RESOURCES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810512"/>
            <a:ext cx="2286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0" y="1810512"/>
            <a:ext cx="2286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1810512"/>
            <a:ext cx="2286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1810512"/>
            <a:ext cx="2286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78892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Automates summaries, flashcards, quizzes and personalized study plans.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Reduces manual preparation effort and supports faster revision.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Modular architecture enables future AI-powered learning capabilities with minimal architectural changes.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Scalable backend combines Node.js, Express.js, MongoDB, JWT/RBAC and Google Gemini 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880360"/>
            <a:ext cx="4297680" cy="594360"/>
          </a:xfrm>
          <a:prstGeom prst="roundRect">
            <a:avLst/>
          </a:prstGeom>
          <a:solidFill>
            <a:srgbClr val="182D55"/>
          </a:solidFill>
          <a:ln w="19050">
            <a:solidFill>
              <a:srgbClr val="18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6576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Extend AI learning capabilities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Add more personalized resources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Improve scalability and modular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5715000"/>
            <a:ext cx="32461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498</Words>
  <Application>Microsoft Office PowerPoint</Application>
  <PresentationFormat>Custom</PresentationFormat>
  <Paragraphs>108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2</cp:revision>
  <dcterms:created xsi:type="dcterms:W3CDTF">2013-01-27T09:14:16Z</dcterms:created>
  <dcterms:modified xsi:type="dcterms:W3CDTF">2026-09-29T07:02:27Z</dcterms:modified>
  <cp:category/>
</cp:coreProperties>
</file>